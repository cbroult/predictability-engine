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16112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Improvement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Improvement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