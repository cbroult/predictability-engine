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ashboard_4080.png" Type="http://schemas.openxmlformats.org/officeDocument/2006/relationships/image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Full Predictability Dashboard</a:t>
            </a:r>
            <a:endParaRPr dirty="0" lang="en-US"/>
          </a:p>
        </p:txBody>
      </p:sp>
      <p:pic>
        <p:nvPicPr>
          <p:cNvPr id="4" name="Content Placeholder 3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524000"/>
            <a:ext cx="6985000" cy="49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9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Full Predictability Dashboard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