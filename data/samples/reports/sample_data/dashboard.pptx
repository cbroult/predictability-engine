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06:44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18</a:t>
            </a:r>
          </a:p>
          <a:p>
            <a:r>
              <a:rPr dirty="0" lang="en-US" smtClean="0"/>
              <a:t>Completed Items: 15</a:t>
            </a:r>
          </a:p>
          <a:p>
            <a:r>
              <a:rPr dirty="0" lang="en-US" smtClean="0"/>
              <a:t>Average Throughput: 0.42 items/day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3 items</a:t>
            </a:r>
          </a:p>
          <a:p>
            <a:r>
              <a:rPr dirty="0" lang="en-US" smtClean="0"/>
              <a:t>Average WIP Age: 41.0 days</a:t>
            </a:r>
          </a:p>
          <a:p>
            <a:r>
              <a:rPr dirty="0" lang="en-US" smtClean="0"/>
              <a:t>Oldest Item Age: 43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7 days</a:t>
            </a:r>
          </a:p>
          <a:p>
            <a:r>
              <a:rPr dirty="0" lang="en-US" smtClean="0"/>
              <a:t>75th Percentile: 11 days</a:t>
            </a:r>
          </a:p>
          <a:p>
            <a:r>
              <a:rPr dirty="0" lang="en-US" smtClean="0"/>
              <a:t>85th Percentile: 11 days</a:t>
            </a:r>
          </a:p>
          <a:p>
            <a:r>
              <a:rPr dirty="0" lang="en-US" smtClean="0"/>
              <a:t>95th Percentile: 12 days</a:t>
            </a:r>
          </a:p>
          <a:p>
            <a:r>
              <a:rPr dirty="0" lang="en-US" smtClean="0"/>
              <a:t>98th Percentile: 12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Full Predictability Dashboard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