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23:20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18</a:t>
            </a:r>
          </a:p>
          <a:p>
            <a:r>
              <a:rPr dirty="0" lang="en-US" smtClean="0"/>
              <a:t>Completed Items: 15</a:t>
            </a:r>
          </a:p>
          <a:p>
            <a:r>
              <a:rPr dirty="0" lang="en-US" smtClean="0"/>
              <a:t>Average Throughput: 0.42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40.0 days</a:t>
            </a:r>
          </a:p>
          <a:p>
            <a:r>
              <a:rPr dirty="0" lang="en-US" smtClean="0"/>
              <a:t>Oldest Item Age: 42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11 days</a:t>
            </a:r>
          </a:p>
          <a:p>
            <a:r>
              <a:rPr dirty="0" lang="en-US" smtClean="0"/>
              <a:t>85th Percentile: 11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