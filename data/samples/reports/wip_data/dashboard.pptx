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</Types>
</file>

<file path=_rels/.rels><?xml version="1.0" encoding="UTF-8" standalone="yes"?>
<Relationships xmlns="http://schemas.openxmlformats.org/package/2006/relationships">
  <Relationship Id="rId1" Target="ppt/presentation.xml" Type="http://schemas.openxmlformats.org/officeDocument/2006/relationships/officeDocument"/>
  <Relationship Id="rId2" Target="docProps/core.xml" Type="http://schemas.openxmlformats.org/package/2006/relationships/metadata/core-properties"/>
  <Relationship Id="rId3" Target="docProps/app.xml" Type="http://schemas.openxmlformats.org/officeDocument/2006/relationships/extended-properties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9144000" cy="6858000" type="screen4x3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08"/>
    <p:restoredTop sz="94631"/>
  </p:normalViewPr>
  <p:slideViewPr>
    <p:cSldViewPr>
      <p:cViewPr varScale="1">
        <p:scale>
          <a:sx d="100" n="101"/>
          <a:sy d="100" n="101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
    
    <Relationship Id="rId6" Target="slides/slide1.xml" Type="http://schemas.openxmlformats.org/officeDocument/2006/relationships/slide"/>
  
    
    <Relationship Id="rId7" Target="slides/slide2.xml" Type="http://schemas.openxmlformats.org/officeDocument/2006/relationships/slide"/>
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charset="0" pitchFamily="34"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charset="0" pitchFamily="34"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charset="0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charset="0" pitchFamily="34"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charset="0" pitchFamily="34"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charset="0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arget="../slideLayouts/slideLayout1.xml" Type="http://schemas.openxmlformats.org/officeDocument/2006/relationships/slideLayout"/>
</Relationships>
</file>

<file path=ppt/slides/_rels/slide2.xml.rels><?xml version="1.0" encoding="UTF-8" standalone="yes"?>
<Relationships xmlns="http://schemas.openxmlformats.org/package/2006/relationships">
  <Relationship Id="rId1" Target="../slideLayouts/slideLayout1.xml" Type="http://schemas.openxmlformats.org/officeDocument/2006/relationships/slideLayout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lang="en-US" smtClean="0"/>
              <a:t>Full Predictability Dashboard</a:t>
            </a:r>
            <a:endParaRPr dirty="0"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 lang="en-US" smtClean="0"/>
              <a:t>Generated on 2026-05-13 06:44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10811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 smtClean="0"/>
              <a:t>Flow Metrics Summary</a:t>
            </a:r>
            <a:endParaRPr dirty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lang="en-US" smtClean="0"/>
              <a:t>Flow Metrics Summary</a:t>
            </a:r>
          </a:p>
          <a:p>
            <a:r>
              <a:rPr dirty="0" lang="en-US" smtClean="0"/>
              <a:t>--------------------</a:t>
            </a:r>
          </a:p>
          <a:p>
            <a:r>
              <a:rPr dirty="0" lang="en-US" smtClean="0"/>
              <a:t>Total Items: 4</a:t>
            </a:r>
          </a:p>
          <a:p>
            <a:r>
              <a:rPr dirty="0" lang="en-US" smtClean="0"/>
              <a:t>Completed Items: 2</a:t>
            </a:r>
          </a:p>
          <a:p>
            <a:r>
              <a:rPr dirty="0" lang="en-US" smtClean="0"/>
              <a:t>Average Throughput: 1.0 items/day</a:t>
            </a:r>
          </a:p>
          <a:p>
            <a:r>
              <a:rPr dirty="0" lang="en-US" smtClean="0"/>
              <a:t>Aging WIP Summary:</a:t>
            </a:r>
          </a:p>
          <a:p>
            <a:r>
              <a:rPr dirty="0" lang="en-US" smtClean="0"/>
              <a:t>Active WIP: 2 items</a:t>
            </a:r>
          </a:p>
          <a:p>
            <a:r>
              <a:rPr dirty="0" lang="en-US" smtClean="0"/>
              <a:t>Average WIP Age: 69.5 days</a:t>
            </a:r>
          </a:p>
          <a:p>
            <a:r>
              <a:rPr dirty="0" lang="en-US" smtClean="0"/>
              <a:t>Oldest Item Age: 70 days</a:t>
            </a:r>
          </a:p>
          <a:p>
            <a:r>
              <a:rPr dirty="0" lang="en-US" smtClean="0"/>
              <a:t>Cycle Time Percentiles:</a:t>
            </a:r>
          </a:p>
          <a:p>
            <a:r>
              <a:rPr dirty="0" lang="en-US" smtClean="0"/>
              <a:t>50th Percentile: 3 days</a:t>
            </a:r>
          </a:p>
          <a:p>
            <a:r>
              <a:rPr dirty="0" lang="en-US" smtClean="0"/>
              <a:t>75th Percentile: 5 days</a:t>
            </a:r>
          </a:p>
          <a:p>
            <a:r>
              <a:rPr dirty="0" lang="en-US" smtClean="0"/>
              <a:t>85th Percentile: 5 days</a:t>
            </a:r>
          </a:p>
          <a:p>
            <a:r>
              <a:rPr dirty="0" lang="en-US" smtClean="0"/>
              <a:t>95th Percentile: 5 days</a:t>
            </a:r>
          </a:p>
          <a:p>
            <a:r>
              <a:rPr dirty="0" lang="en-US" smtClean="0"/>
              <a:t>98th Percentile: 5 days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92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Macintosh PowerPoint</Application>
  <PresentationFormat>On-screen Show (4:3)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Full Predictability Dashboard</vt:lpstr>
      <vt:lpstr>Flow Metrics 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</dc:title>
  <cp:lastModifiedBy>Nobody</cp:lastModifiedBy>
  <cp:revision>1</cp:revision>
  <dcterms:modified xsi:type="dcterms:W3CDTF">2015-07-15T00:51:18Z</dcterms:modified>
</cp:coreProperties>
</file>