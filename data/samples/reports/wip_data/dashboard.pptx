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</a:t>
            </a:r>
          </a:p>
          <a:p>
            <a:r>
              <a:rPr dirty="0" lang="en-US" smtClean="0"/>
              <a:t>Completed Items: 2</a:t>
            </a:r>
          </a:p>
          <a:p>
            <a:r>
              <a:rPr dirty="0" lang="en-US" smtClean="0"/>
              <a:t>Average Throughput: 1.0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 items</a:t>
            </a:r>
          </a:p>
          <a:p>
            <a:r>
              <a:rPr dirty="0" lang="en-US" smtClean="0"/>
              <a:t>Average WIP Age: 72.5 days</a:t>
            </a:r>
          </a:p>
          <a:p>
            <a:r>
              <a:rPr dirty="0" lang="en-US" smtClean="0"/>
              <a:t>Oldest Item Age: 73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3 days</a:t>
            </a:r>
          </a:p>
          <a:p>
            <a:r>
              <a:rPr dirty="0" lang="en-US" smtClean="0"/>
              <a:t>75th Percentile: 5 days</a:t>
            </a:r>
          </a:p>
          <a:p>
            <a:r>
              <a:rPr dirty="0" lang="en-US" smtClean="0"/>
              <a:t>85th Percentile: 5 days</a:t>
            </a:r>
          </a:p>
          <a:p>
            <a:r>
              <a:rPr dirty="0" lang="en-US" smtClean="0"/>
              <a:t>95th Percentile: 5 days</a:t>
            </a:r>
          </a:p>
          <a:p>
            <a:r>
              <a:rPr dirty="0" lang="en-US" smtClean="0"/>
              <a:t>98th Percentile: 5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