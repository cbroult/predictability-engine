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200</a:t>
            </a:r>
          </a:p>
          <a:p>
            <a:r>
              <a:rPr dirty="0" lang="en-US" smtClean="0"/>
              <a:t>Completed Items: 150</a:t>
            </a:r>
          </a:p>
          <a:p>
            <a:r>
              <a:rPr dirty="0" lang="en-US" smtClean="0"/>
              <a:t>Average Throughput: 0.97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6</a:t>
            </a:r>
          </a:p>
          <a:p>
            <a:r>
              <a:rPr dirty="0" lang="en-US" smtClean="0"/>
              <a:t>High: 35</a:t>
            </a:r>
          </a:p>
          <a:p>
            <a:r>
              <a:rPr dirty="0" lang="en-US" smtClean="0"/>
              <a:t>Medium: 68</a:t>
            </a:r>
          </a:p>
          <a:p>
            <a:r>
              <a:rPr dirty="0" lang="en-US" smtClean="0"/>
              <a:t>Low: 31</a:t>
            </a:r>
          </a:p>
          <a:p>
            <a:r>
              <a:rPr dirty="0" lang="en-US" smtClean="0"/>
              <a:t>Lowest: 10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39</a:t>
            </a:r>
          </a:p>
          <a:p>
            <a:r>
              <a:rPr dirty="0" lang="en-US" smtClean="0"/>
              <a:t>Story: 37</a:t>
            </a:r>
          </a:p>
          <a:p>
            <a:r>
              <a:rPr dirty="0" lang="en-US" smtClean="0"/>
              <a:t>Bug: 37</a:t>
            </a:r>
          </a:p>
          <a:p>
            <a:r>
              <a:rPr dirty="0" lang="en-US" smtClean="0"/>
              <a:t>Task: 37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50 items</a:t>
            </a:r>
          </a:p>
          <a:p>
            <a:r>
              <a:rPr dirty="0" lang="en-US" smtClean="0"/>
              <a:t>Average WIP Age: 58.6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17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