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23:20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200</a:t>
            </a:r>
          </a:p>
          <a:p>
            <a:r>
              <a:rPr dirty="0" lang="en-US" smtClean="0"/>
              <a:t>Completed Items: 150</a:t>
            </a:r>
          </a:p>
          <a:p>
            <a:r>
              <a:rPr dirty="0" lang="en-US" smtClean="0"/>
              <a:t>Average Throughput: 0.97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6</a:t>
            </a:r>
          </a:p>
          <a:p>
            <a:r>
              <a:rPr dirty="0" lang="en-US" smtClean="0"/>
              <a:t>High: 35</a:t>
            </a:r>
          </a:p>
          <a:p>
            <a:r>
              <a:rPr dirty="0" lang="en-US" smtClean="0"/>
              <a:t>Medium: 68</a:t>
            </a:r>
          </a:p>
          <a:p>
            <a:r>
              <a:rPr dirty="0" lang="en-US" smtClean="0"/>
              <a:t>Low: 31</a:t>
            </a:r>
          </a:p>
          <a:p>
            <a:r>
              <a:rPr dirty="0" lang="en-US" smtClean="0"/>
              <a:t>Lowest: 10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Improvement: 39</a:t>
            </a:r>
          </a:p>
          <a:p>
            <a:r>
              <a:rPr dirty="0" lang="en-US" smtClean="0"/>
              <a:t>Story: 37</a:t>
            </a:r>
          </a:p>
          <a:p>
            <a:r>
              <a:rPr dirty="0" lang="en-US" smtClean="0"/>
              <a:t>Bug: 37</a:t>
            </a:r>
          </a:p>
          <a:p>
            <a:r>
              <a:rPr dirty="0" lang="en-US" smtClean="0"/>
              <a:t>Task: 37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50 items</a:t>
            </a:r>
          </a:p>
          <a:p>
            <a:r>
              <a:rPr dirty="0" lang="en-US" smtClean="0"/>
              <a:t>Average WIP Age: 54.6 days</a:t>
            </a:r>
          </a:p>
          <a:p>
            <a:r>
              <a:rPr dirty="0" lang="en-US" smtClean="0"/>
              <a:t>Oldest Item Age: 75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11 days</a:t>
            </a:r>
          </a:p>
          <a:p>
            <a:r>
              <a:rPr dirty="0" lang="en-US" smtClean="0"/>
              <a:t>75th Percentile: 17 days</a:t>
            </a:r>
          </a:p>
          <a:p>
            <a:r>
              <a:rPr dirty="0" lang="en-US" smtClean="0"/>
              <a:t>85th Percentile: 19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