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30456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Improvement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Improvement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