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Improvement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2026-05-13 06:45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50</a:t>
            </a:r>
          </a:p>
          <a:p>
            <a:r>
              <a:rPr dirty="0" lang="en-US" smtClean="0"/>
              <a:t>Completed Items: 39</a:t>
            </a:r>
          </a:p>
          <a:p>
            <a:r>
              <a:rPr dirty="0" lang="en-US" smtClean="0"/>
              <a:t>Average Throughput: 0.27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1</a:t>
            </a:r>
          </a:p>
          <a:p>
            <a:r>
              <a:rPr dirty="0" lang="en-US" smtClean="0"/>
              <a:t>High: 8</a:t>
            </a:r>
          </a:p>
          <a:p>
            <a:r>
              <a:rPr dirty="0" lang="en-US" smtClean="0"/>
              <a:t>Medium: 18</a:t>
            </a:r>
          </a:p>
          <a:p>
            <a:r>
              <a:rPr dirty="0" lang="en-US" smtClean="0"/>
              <a:t>Low: 9</a:t>
            </a:r>
          </a:p>
          <a:p>
            <a:r>
              <a:rPr dirty="0" lang="en-US" smtClean="0"/>
              <a:t>Lowest: 3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11 items</a:t>
            </a:r>
          </a:p>
          <a:p>
            <a:r>
              <a:rPr dirty="0" lang="en-US" smtClean="0"/>
              <a:t>Average WIP Age: 52.5 days</a:t>
            </a:r>
          </a:p>
          <a:p>
            <a:r>
              <a:rPr dirty="0" lang="en-US" smtClean="0"/>
              <a:t>Oldest Item Age: 76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8 days</a:t>
            </a:r>
          </a:p>
          <a:p>
            <a:r>
              <a:rPr dirty="0" lang="en-US" smtClean="0"/>
              <a:t>75th Percentile: 16 days</a:t>
            </a:r>
          </a:p>
          <a:p>
            <a:r>
              <a:rPr dirty="0" lang="en-US" smtClean="0"/>
              <a:t>85th Percentile: 18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Improvement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