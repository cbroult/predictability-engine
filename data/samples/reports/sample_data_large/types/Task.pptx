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Task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06:43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0.26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1</a:t>
            </a:r>
          </a:p>
          <a:p>
            <a:r>
              <a:rPr dirty="0" lang="en-US" smtClean="0"/>
              <a:t>High: 9</a:t>
            </a:r>
          </a:p>
          <a:p>
            <a:r>
              <a:rPr dirty="0" lang="en-US" smtClean="0"/>
              <a:t>Medium: 14</a:t>
            </a:r>
          </a:p>
          <a:p>
            <a:r>
              <a:rPr dirty="0" lang="en-US" smtClean="0"/>
              <a:t>Low: 8</a:t>
            </a:r>
          </a:p>
          <a:p>
            <a:r>
              <a:rPr dirty="0" lang="en-US" smtClean="0"/>
              <a:t>Lowest: 5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56.0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15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20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Task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