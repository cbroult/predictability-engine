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Task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2026-05-15 20:52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37</a:t>
            </a:r>
          </a:p>
          <a:p>
            <a:r>
              <a:rPr dirty="0" lang="en-US" smtClean="0"/>
              <a:t>Average Throughput: 0.26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1</a:t>
            </a:r>
          </a:p>
          <a:p>
            <a:r>
              <a:rPr dirty="0" lang="en-US" smtClean="0"/>
              <a:t>High: 9</a:t>
            </a:r>
          </a:p>
          <a:p>
            <a:r>
              <a:rPr dirty="0" lang="en-US" smtClean="0"/>
              <a:t>Medium: 14</a:t>
            </a:r>
          </a:p>
          <a:p>
            <a:r>
              <a:rPr dirty="0" lang="en-US" smtClean="0"/>
              <a:t>Low: 8</a:t>
            </a:r>
          </a:p>
          <a:p>
            <a:r>
              <a:rPr dirty="0" lang="en-US" smtClean="0"/>
              <a:t>Lowest: 5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13 items</a:t>
            </a:r>
          </a:p>
          <a:p>
            <a:r>
              <a:rPr dirty="0" lang="en-US" smtClean="0"/>
              <a:t>Average WIP Age: 58.0 days</a:t>
            </a:r>
          </a:p>
          <a:p>
            <a:r>
              <a:rPr dirty="0" lang="en-US" smtClean="0"/>
              <a:t>Oldest Item Age: 78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15 days</a:t>
            </a:r>
          </a:p>
          <a:p>
            <a:r>
              <a:rPr dirty="0" lang="en-US" smtClean="0"/>
              <a:t>75th Percentile: 18 days</a:t>
            </a:r>
          </a:p>
          <a:p>
            <a:r>
              <a:rPr dirty="0" lang="en-US" smtClean="0"/>
              <a:t>85th Percentile: 20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Task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