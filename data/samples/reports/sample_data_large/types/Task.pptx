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31480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Dashboard: Task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Dashboard: Task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