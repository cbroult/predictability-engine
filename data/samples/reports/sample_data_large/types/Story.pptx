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Story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08:18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0.25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2</a:t>
            </a:r>
          </a:p>
          <a:p>
            <a:r>
              <a:rPr dirty="0" lang="en-US" smtClean="0"/>
              <a:t>High: 8</a:t>
            </a:r>
          </a:p>
          <a:p>
            <a:r>
              <a:rPr dirty="0" lang="en-US" smtClean="0"/>
              <a:t>Medium: 20</a:t>
            </a:r>
          </a:p>
          <a:p>
            <a:r>
              <a:rPr dirty="0" lang="en-US" smtClean="0"/>
              <a:t>Low: 6</a:t>
            </a:r>
          </a:p>
          <a:p>
            <a:r>
              <a:rPr dirty="0" lang="en-US" smtClean="0"/>
              <a:t>Lowest: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60.3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10 days</a:t>
            </a:r>
          </a:p>
          <a:p>
            <a:r>
              <a:rPr dirty="0" lang="en-US" smtClean="0"/>
              <a:t>75th Percentile: 15 days</a:t>
            </a:r>
          </a:p>
          <a:p>
            <a:r>
              <a:rPr dirty="0" lang="en-US" smtClean="0"/>
              <a:t>85th Percentile: 17 days</a:t>
            </a:r>
          </a:p>
          <a:p>
            <a:r>
              <a:rPr dirty="0" lang="en-US" smtClean="0"/>
              <a:t>95th Percentile: 20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Story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