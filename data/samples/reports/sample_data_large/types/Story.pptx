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ashboard_5384.png" Type="http://schemas.openxmlformats.org/officeDocument/2006/relationships/image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Dashboard: Story</a:t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524000"/>
            <a:ext cx="6985000" cy="49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Dashboard: Story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