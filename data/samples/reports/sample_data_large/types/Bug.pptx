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2026-05-15 20:52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0.25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2</a:t>
            </a:r>
          </a:p>
          <a:p>
            <a:r>
              <a:rPr dirty="0" lang="en-US" smtClean="0"/>
              <a:t>High: 10</a:t>
            </a:r>
          </a:p>
          <a:p>
            <a:r>
              <a:rPr dirty="0" lang="en-US" smtClean="0"/>
              <a:t>Medium: 16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58.3 days</a:t>
            </a:r>
          </a:p>
          <a:p>
            <a:r>
              <a:rPr dirty="0" lang="en-US" smtClean="0"/>
              <a:t>Oldest Item Age: 78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14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19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Bug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