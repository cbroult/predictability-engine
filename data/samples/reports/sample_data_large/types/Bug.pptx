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Bug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2026-05-16 08:18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50</a:t>
            </a:r>
          </a:p>
          <a:p>
            <a:r>
              <a:rPr dirty="0" lang="en-US" smtClean="0"/>
              <a:t>Completed Items: 37</a:t>
            </a:r>
          </a:p>
          <a:p>
            <a:r>
              <a:rPr dirty="0" lang="en-US" smtClean="0"/>
              <a:t>Average Throughput: 0.25 items/day</a:t>
            </a:r>
          </a:p>
          <a:p>
            <a:r>
              <a:rPr dirty="0" lang="en-US" smtClean="0"/>
              <a:t>Priority Breakdown:</a:t>
            </a:r>
          </a:p>
          <a:p>
            <a:r>
              <a:rPr dirty="0" lang="en-US" smtClean="0"/>
              <a:t>Highest: 2</a:t>
            </a:r>
          </a:p>
          <a:p>
            <a:r>
              <a:rPr dirty="0" lang="en-US" smtClean="0"/>
              <a:t>High: 10</a:t>
            </a:r>
          </a:p>
          <a:p>
            <a:r>
              <a:rPr dirty="0" lang="en-US" smtClean="0"/>
              <a:t>Medium: 16</a:t>
            </a:r>
          </a:p>
          <a:p>
            <a:r>
              <a:rPr dirty="0" lang="en-US" smtClean="0"/>
              <a:t>Low: 8</a:t>
            </a:r>
          </a:p>
          <a:p>
            <a:r>
              <a:rPr dirty="0" lang="en-US" smtClean="0"/>
              <a:t>Lowest: 1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13 items</a:t>
            </a:r>
          </a:p>
          <a:p>
            <a:r>
              <a:rPr dirty="0" lang="en-US" smtClean="0"/>
              <a:t>Average WIP Age: 59.3 days</a:t>
            </a:r>
          </a:p>
          <a:p>
            <a:r>
              <a:rPr dirty="0" lang="en-US" smtClean="0"/>
              <a:t>Oldest Item Age: 79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14 days</a:t>
            </a:r>
          </a:p>
          <a:p>
            <a:r>
              <a:rPr dirty="0" lang="en-US" smtClean="0"/>
              <a:t>75th Percentile: 18 days</a:t>
            </a:r>
          </a:p>
          <a:p>
            <a:r>
              <a:rPr dirty="0" lang="en-US" smtClean="0"/>
              <a:t>85th Percentile: 19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Bug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