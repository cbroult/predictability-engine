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2026-05-12 23:19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46</a:t>
            </a:r>
          </a:p>
          <a:p>
            <a:r>
              <a:rPr dirty="0" lang="en-US" smtClean="0"/>
              <a:t>Completed Items: 35</a:t>
            </a:r>
          </a:p>
          <a:p>
            <a:r>
              <a:rPr dirty="0" lang="en-US" smtClean="0"/>
              <a:t>Average Throughput: 0.24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10</a:t>
            </a:r>
          </a:p>
          <a:p>
            <a:r>
              <a:rPr dirty="0" lang="en-US" smtClean="0"/>
              <a:t>Task: 9</a:t>
            </a:r>
          </a:p>
          <a:p>
            <a:r>
              <a:rPr dirty="0" lang="en-US" smtClean="0"/>
              <a:t>Improvement: 8</a:t>
            </a:r>
          </a:p>
          <a:p>
            <a:r>
              <a:rPr dirty="0" lang="en-US" smtClean="0"/>
              <a:t>Story: 8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55.6 days</a:t>
            </a:r>
          </a:p>
          <a:p>
            <a:r>
              <a:rPr dirty="0" lang="en-US" smtClean="0"/>
              <a:t>Oldest Item Age: 75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13 days</a:t>
            </a:r>
          </a:p>
          <a:p>
            <a:r>
              <a:rPr dirty="0" lang="en-US" smtClean="0"/>
              <a:t>75th Percentile: 19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