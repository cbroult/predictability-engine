
<file path=[Content_Types].xml><?xml version="1.0" encoding="utf-8"?>
<Types xmlns="http://schemas.openxmlformats.org/package/2006/content-types">
  <Default ContentType="application/xml" Extension="xml"/>
  <Default ContentType="application/vnd.openxmlformats-package.relationships+xml" Extension="rels"/>
  <Default ContentType="image/png" Extension="png"/>
  <Override ContentType="application/vnd.openxmlformats-officedocument.presentationml.presentation.main+xml" PartName="/ppt/presentation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presProps+xml" PartName="/ppt/presProps.xml"/>
  <Override ContentType="application/vnd.openxmlformats-officedocument.presentationml.viewProps+xml" PartName="/ppt/viewProps.xml"/>
  <Override ContentType="application/vnd.openxmlformats-officedocument.theme+xml" PartName="/ppt/theme/theme1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package.core-properties+xml" PartName="/docProps/core.xml"/>
  <Override ContentType="application/vnd.openxmlformats-officedocument.extended-properties+xml" PartName="/docProps/app.xml"/>
</Types>
</file>

<file path=_rels/.rels><?xml version="1.0" encoding="UTF-8" standalone="yes"?>
<Relationships xmlns="http://schemas.openxmlformats.org/package/2006/relationships">
  <Relationship Id="rId1" Target="ppt/presentation.xml" Type="http://schemas.openxmlformats.org/officeDocument/2006/relationships/officeDocument"/>
  <Relationship Id="rId2" Target="docProps/core.xml" Type="http://schemas.openxmlformats.org/package/2006/relationships/metadata/core-properties"/>
  <Relationship Id="rId3" Target="docProps/app.xml" Type="http://schemas.openxmlformats.org/officeDocument/2006/relationships/extended-properties"/>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>
  <p:sldMasterIdLst>
    <p:sldMasterId id="2147483648" r:id="rId1"/>
  </p:sldMasterIdLst>
  <p:sldIdLst>
    <p:sldId id="256" r:id="rId6"/>
  </p:sldIdLst>
  <p:sldSz cx="9144000" cy="6858000" type="screen4x3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sz="15608"/>
    <p:restoredTop sz="94631"/>
  </p:normalViewPr>
  <p:slideViewPr>
    <p:cSldViewPr>
      <p:cViewPr varScale="1">
        <p:scale>
          <a:sx d="100" n="101"/>
          <a:sy d="100" n="101"/>
        </p:scale>
        <p:origin x="1424" y="200"/>
      </p:cViewPr>
      <p:guideLst>
        <p:guide orient="horz" pos="2160"/>
        <p:guide pos="2880"/>
      </p:guideLst>
    </p:cSldViewPr>
  </p:slid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
  <Relationship Id="rId1" Target="slideMasters/slideMaster1.xml" Type="http://schemas.openxmlformats.org/officeDocument/2006/relationships/slideMaster"/>
  <Relationship Id="rId2" Target="presProps.xml" Type="http://schemas.openxmlformats.org/officeDocument/2006/relationships/presProps"/>
  <Relationship Id="rId3" Target="viewProps.xml" Type="http://schemas.openxmlformats.org/officeDocument/2006/relationships/viewProps"/>
  <Relationship Id="rId4" Target="theme/theme1.xml" Type="http://schemas.openxmlformats.org/officeDocument/2006/relationships/theme"/>
  <Relationship Id="rId5" Target="tableStyles.xml" Type="http://schemas.openxmlformats.org/officeDocument/2006/relationships/tableStyles"/>
  
    
    <Relationship Id="rId6" Target="slides/slide1.xml" Type="http://schemas.openxmlformats.org/officeDocument/2006/relationships/slide"/>
  
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preserve="1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algn="ctr" indent="0" marL="0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algn="ctr" indent="0" marL="457200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algn="ctr" indent="0" marL="914400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algn="ctr" indent="0" marL="1371600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algn="ctr" indent="0" marL="1828800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algn="ctr" indent="0" marL="2286000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algn="ctr" indent="0" marL="2743200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algn="ctr" indent="0" marL="3200400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algn="ctr" indent="0" marL="3657600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preserve="1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eaLnBrk="1" hangingPunct="1" latinLnBrk="0" rtl="0">
        <a:spcBef>
          <a:spcPct val="0"/>
        </a:spcBef>
        <a:buNone/>
        <a:defRPr kern="1200"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914400" eaLnBrk="1" hangingPunct="1" indent="-342900" latinLnBrk="0" marL="342900" rtl="0">
        <a:spcBef>
          <a:spcPct val="20000"/>
        </a:spcBef>
        <a:buFont charset="0" pitchFamily="34" typeface="Arial"/>
        <a:buChar char="•"/>
        <a:defRPr kern="1200" sz="32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285750" latinLnBrk="0" marL="742950" rtl="0">
        <a:spcBef>
          <a:spcPct val="20000"/>
        </a:spcBef>
        <a:buFont charset="0" pitchFamily="34" typeface="Arial"/>
        <a:buChar char="–"/>
        <a:defRPr kern="1200" sz="2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228600" latinLnBrk="0" marL="1143000" rtl="0">
        <a:spcBef>
          <a:spcPct val="20000"/>
        </a:spcBef>
        <a:buFont charset="0" pitchFamily="34"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228600" latinLnBrk="0" marL="1600200" rtl="0">
        <a:spcBef>
          <a:spcPct val="20000"/>
        </a:spcBef>
        <a:buFont charset="0" pitchFamily="34"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228600" latinLnBrk="0" marL="2057400" rtl="0">
        <a:spcBef>
          <a:spcPct val="20000"/>
        </a:spcBef>
        <a:buFont charset="0" pitchFamily="34" typeface="Arial"/>
        <a:buChar char="»"/>
        <a:defRPr kern="1200" sz="20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
  <Relationship Id="rId1" Target="../slideLayouts/slideLayout2.xml" Type="http://schemas.openxmlformats.org/officeDocument/2006/relationships/slideLayout"/>
  <Relationship Id="rId2" Target="../media/dashboard_27632.png" Type="http://schemas.openxmlformats.org/officeDocument/2006/relationships/image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 lang="en-US" smtClean="0"/>
              <a:t>Dashboard: Highest</a:t>
            </a:r>
            <a:endParaRPr dirty="0" lang="en-US"/>
          </a:p>
        </p:txBody>
      </p:sp>
      <p:pic>
        <p:nvPicPr>
          <p:cNvPr id="4" name="Content Placeholder 3"/>
          <p:cNvPicPr>
            <a:picLocks noChangeAspect="1" noGrp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9500" y="1524000"/>
            <a:ext cx="6985000" cy="4938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7409857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43</Words>
  <Application>Microsoft Macintosh PowerPoint</Application>
  <PresentationFormat>On-screen Show (4:3)</PresentationFormat>
  <Paragraphs>15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Dashboard: Highest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Powerpoint</dc:title>
  <cp:lastModifiedBy>Nobody</cp:lastModifiedBy>
  <cp:revision>1</cp:revision>
  <dcterms:modified xsi:type="dcterms:W3CDTF">2015-07-15T00:51:18Z</dcterms:modified>
</cp:coreProperties>
</file>