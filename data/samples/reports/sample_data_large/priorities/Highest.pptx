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Id="rId1" Target="ppt/presentation.xml" Type="http://schemas.openxmlformats.org/officeDocument/2006/relationships/officeDocument"/>
  <Relationship Id="rId2" Target="docProps/core.xml" Type="http://schemas.openxmlformats.org/package/2006/relationships/metadata/core-properties"/>
  <Relationship Id="rId3" Target="docProps/app.xml" Type="http://schemas.openxmlformats.org/officeDocument/2006/relationships/extended-properties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08"/>
    <p:restoredTop sz="94631"/>
  </p:normalViewPr>
  <p:slideViewPr>
    <p:cSldViewPr>
      <p:cViewPr varScale="1">
        <p:scale>
          <a:sx d="100" n="101"/>
          <a:sy d="100" n="101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
    
    <Relationship Id="rId6" Target="slides/slide1.xml" Type="http://schemas.openxmlformats.org/officeDocument/2006/relationships/slide"/>
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ashboard_27600.png" Type="http://schemas.openxmlformats.org/officeDocument/2006/relationships/image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Dashboard: Highest</a:t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524000"/>
            <a:ext cx="6985000" cy="49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Dashboard: Highest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</dc:title>
  <cp:lastModifiedBy>Nobody</cp:lastModifiedBy>
  <cp:revision>1</cp:revision>
  <dcterms:modified xsi:type="dcterms:W3CDTF">2015-07-15T00:51:18Z</dcterms:modified>
</cp:coreProperties>
</file>