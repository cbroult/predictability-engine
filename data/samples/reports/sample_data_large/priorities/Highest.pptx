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27600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Highest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Highest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