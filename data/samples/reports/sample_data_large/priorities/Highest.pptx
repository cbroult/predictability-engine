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59.0 days</a:t>
            </a:r>
          </a:p>
          <a:p>
            <a:r>
              <a:rPr dirty="0" lang="en-US" smtClean="0"/>
              <a:t>Oldest Item Age: 59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