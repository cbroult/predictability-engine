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Highest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06:43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7</a:t>
            </a:r>
          </a:p>
          <a:p>
            <a:r>
              <a:rPr dirty="0" lang="en-US" smtClean="0"/>
              <a:t>Completed Items: 6</a:t>
            </a:r>
          </a:p>
          <a:p>
            <a:r>
              <a:rPr dirty="0" lang="en-US" smtClean="0"/>
              <a:t>Average Throughput: 0.06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Bug: 2</a:t>
            </a:r>
          </a:p>
          <a:p>
            <a:r>
              <a:rPr dirty="0" lang="en-US" smtClean="0"/>
              <a:t>Story: 2</a:t>
            </a:r>
          </a:p>
          <a:p>
            <a:r>
              <a:rPr dirty="0" lang="en-US" smtClean="0"/>
              <a:t>Task: 1</a:t>
            </a:r>
          </a:p>
          <a:p>
            <a:r>
              <a:rPr dirty="0" lang="en-US" smtClean="0"/>
              <a:t>Improvement: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 items</a:t>
            </a:r>
          </a:p>
          <a:p>
            <a:r>
              <a:rPr dirty="0" lang="en-US" smtClean="0"/>
              <a:t>Average WIP Age: 56.0 days</a:t>
            </a:r>
          </a:p>
          <a:p>
            <a:r>
              <a:rPr dirty="0" lang="en-US" smtClean="0"/>
              <a:t>Oldest Item Age: 56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12 days</a:t>
            </a:r>
          </a:p>
          <a:p>
            <a:r>
              <a:rPr dirty="0" lang="en-US" smtClean="0"/>
              <a:t>85th Percentile: 12 days</a:t>
            </a:r>
          </a:p>
          <a:p>
            <a:r>
              <a:rPr dirty="0" lang="en-US" smtClean="0"/>
              <a:t>95th Percentile: 12 days</a:t>
            </a:r>
          </a:p>
          <a:p>
            <a:r>
              <a:rPr dirty="0" lang="en-US" smtClean="0"/>
              <a:t>98th Percentile: 12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Highest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