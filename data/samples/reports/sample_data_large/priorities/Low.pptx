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Low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2026-05-12 23:20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43</a:t>
            </a:r>
          </a:p>
          <a:p>
            <a:r>
              <a:rPr dirty="0" lang="en-US" smtClean="0"/>
              <a:t>Completed Items: 31</a:t>
            </a:r>
          </a:p>
          <a:p>
            <a:r>
              <a:rPr dirty="0" lang="en-US" smtClean="0"/>
              <a:t>Average Throughput: 0.22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Improvement: 9</a:t>
            </a:r>
          </a:p>
          <a:p>
            <a:r>
              <a:rPr dirty="0" lang="en-US" smtClean="0"/>
              <a:t>Task: 8</a:t>
            </a:r>
          </a:p>
          <a:p>
            <a:r>
              <a:rPr dirty="0" lang="en-US" smtClean="0"/>
              <a:t>Bug: 8</a:t>
            </a:r>
          </a:p>
          <a:p>
            <a:r>
              <a:rPr dirty="0" lang="en-US" smtClean="0"/>
              <a:t>Story: 6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12 items</a:t>
            </a:r>
          </a:p>
          <a:p>
            <a:r>
              <a:rPr dirty="0" lang="en-US" smtClean="0"/>
              <a:t>Average WIP Age: 51.5 days</a:t>
            </a:r>
          </a:p>
          <a:p>
            <a:r>
              <a:rPr dirty="0" lang="en-US" smtClean="0"/>
              <a:t>Oldest Item Age: 75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11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18 days</a:t>
            </a:r>
          </a:p>
          <a:p>
            <a:r>
              <a:rPr dirty="0" lang="en-US" smtClean="0"/>
              <a:t>95th Percentile: 20 days</a:t>
            </a:r>
          </a:p>
          <a:p>
            <a:r>
              <a:rPr dirty="0" lang="en-US" smtClean="0"/>
              <a:t>98th Percentile: 20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Low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