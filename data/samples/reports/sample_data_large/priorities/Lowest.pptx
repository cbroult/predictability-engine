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  <p:sldId id="257" r:id="rId7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    
    <Relationship Id="rId7" Target="slides/slide2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_rels/slide2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 lang="en-US" smtClean="0"/>
              <a:t>Dashboard: Lowest</a:t>
            </a:r>
            <a:endParaRPr dirty="0"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r>
              <a:rPr lang="en-US" smtClean="0"/>
              <a:t>Generated on 2026-05-16 08:10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10811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</a:p>
          <a:p>
            <a:r>
              <a:rPr dirty="0" lang="en-US" smtClean="0"/>
              <a:t>--------------------</a:t>
            </a:r>
          </a:p>
          <a:p>
            <a:r>
              <a:rPr dirty="0" lang="en-US" smtClean="0"/>
              <a:t>Total Items: 13</a:t>
            </a:r>
          </a:p>
          <a:p>
            <a:r>
              <a:rPr dirty="0" lang="en-US" smtClean="0"/>
              <a:t>Completed Items: 10</a:t>
            </a:r>
          </a:p>
          <a:p>
            <a:r>
              <a:rPr dirty="0" lang="en-US" smtClean="0"/>
              <a:t>Average Throughput: 0.09 items/day</a:t>
            </a:r>
          </a:p>
          <a:p>
            <a:r>
              <a:rPr dirty="0" lang="en-US" smtClean="0"/>
              <a:t>Type Breakdown:</a:t>
            </a:r>
          </a:p>
          <a:p>
            <a:r>
              <a:rPr dirty="0" lang="en-US" smtClean="0"/>
              <a:t>Task: 5</a:t>
            </a:r>
          </a:p>
          <a:p>
            <a:r>
              <a:rPr dirty="0" lang="en-US" smtClean="0"/>
              <a:t>Improvement: 3</a:t>
            </a:r>
          </a:p>
          <a:p>
            <a:r>
              <a:rPr dirty="0" lang="en-US" smtClean="0"/>
              <a:t>Story: 1</a:t>
            </a:r>
          </a:p>
          <a:p>
            <a:r>
              <a:rPr dirty="0" lang="en-US" smtClean="0"/>
              <a:t>Bug: 1</a:t>
            </a:r>
          </a:p>
          <a:p>
            <a:r>
              <a:rPr dirty="0" lang="en-US" smtClean="0"/>
              <a:t>Aging WIP Summary:</a:t>
            </a:r>
          </a:p>
          <a:p>
            <a:r>
              <a:rPr dirty="0" lang="en-US" smtClean="0"/>
              <a:t>Active WIP: 3 items</a:t>
            </a:r>
          </a:p>
          <a:p>
            <a:r>
              <a:rPr dirty="0" lang="en-US" smtClean="0"/>
              <a:t>Average WIP Age: 55.7 days</a:t>
            </a:r>
          </a:p>
          <a:p>
            <a:r>
              <a:rPr dirty="0" lang="en-US" smtClean="0"/>
              <a:t>Oldest Item Age: 68 days</a:t>
            </a:r>
          </a:p>
          <a:p>
            <a:r>
              <a:rPr dirty="0" lang="en-US" smtClean="0"/>
              <a:t>Cycle Time Percentiles:</a:t>
            </a:r>
          </a:p>
          <a:p>
            <a:r>
              <a:rPr dirty="0" lang="en-US" smtClean="0"/>
              <a:t>50th Percentile: 7 days</a:t>
            </a:r>
          </a:p>
          <a:p>
            <a:r>
              <a:rPr dirty="0" lang="en-US" smtClean="0"/>
              <a:t>75th Percentile: 13 days</a:t>
            </a:r>
          </a:p>
          <a:p>
            <a:r>
              <a:rPr dirty="0" lang="en-US" smtClean="0"/>
              <a:t>85th Percentile: 17 days</a:t>
            </a:r>
          </a:p>
          <a:p>
            <a:r>
              <a:rPr dirty="0" lang="en-US" smtClean="0"/>
              <a:t>95th Percentile: 21 days</a:t>
            </a:r>
          </a:p>
          <a:p>
            <a:r>
              <a:rPr dirty="0" lang="en-US" smtClean="0"/>
              <a:t>98th Percentile: 21 days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1923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Dashboard: Lowest</vt:lpstr>
      <vt:lpstr>Flow Metrics Summary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