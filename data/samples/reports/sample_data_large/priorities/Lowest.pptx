
<file path=[Content_Types].xml><?xml version="1.0" encoding="utf-8"?>
<Types xmlns="http://schemas.openxmlformats.org/package/2006/content-types">
  <Default ContentType="application/xml" Extension="xml"/>
  <Default ContentType="application/vnd.openxmlformats-package.relationships+xml" Extension="rels"/>
  <Default ContentType="image/png" Extension="png"/>
  <Override ContentType="application/vnd.openxmlformats-officedocument.presentationml.presentation.main+xml" PartName="/ppt/presentation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1.xml"/>
  <Override ContentType="application/vnd.openxmlformats-officedocument.presentationml.presProps+xml" PartName="/ppt/presProps.xml"/>
  <Override ContentType="application/vnd.openxmlformats-officedocument.presentationml.viewProps+xml" PartName="/ppt/viewProps.xml"/>
  <Override ContentType="application/vnd.openxmlformats-officedocument.theme+xml" PartName="/ppt/theme/theme1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11.xml"/>
  <Override ContentType="application/vnd.openxmlformats-package.core-properties+xml" PartName="/docProps/core.xml"/>
  <Override ContentType="application/vnd.openxmlformats-officedocument.extended-properties+xml" PartName="/docProps/app.xml"/>
</Types>
</file>

<file path=_rels/.rels><?xml version="1.0" encoding="UTF-8" standalone="yes"?>
<Relationships xmlns="http://schemas.openxmlformats.org/package/2006/relationships">
  <Relationship Id="rId1" Target="ppt/presentation.xml" Type="http://schemas.openxmlformats.org/officeDocument/2006/relationships/officeDocument"/>
  <Relationship Id="rId2" Target="docProps/core.xml" Type="http://schemas.openxmlformats.org/package/2006/relationships/metadata/core-properties"/>
  <Relationship Id="rId3" Target="docProps/app.xml" Type="http://schemas.openxmlformats.org/officeDocument/2006/relationships/extended-properties"/>
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saveSubsetFonts="1">
  <p:sldMasterIdLst>
    <p:sldMasterId id="2147483648" r:id="rId1"/>
  </p:sldMasterIdLst>
  <p:sldIdLst>
    <p:sldId id="256" r:id="rId6"/>
  </p:sldIdLst>
  <p:sldSz cx="9144000" cy="6858000" type="screen4x3"/>
  <p:notesSz cx="6858000" cy="9144000"/>
  <p:defaultTextStyle>
    <a:defPPr>
      <a:defRPr lang="en-US"/>
    </a:defPPr>
    <a:lvl1pPr algn="l" defTabSz="9144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9144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9144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9144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9144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9144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9144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9144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9144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p="http://schemas.openxmlformats.org/presentationml/2006/main" xmlns:r="http://schemas.openxmlformats.org/officeDocument/2006/relationships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sz="15608"/>
    <p:restoredTop sz="94631"/>
  </p:normalViewPr>
  <p:slideViewPr>
    <p:cSldViewPr>
      <p:cViewPr varScale="1">
        <p:scale>
          <a:sx d="100" n="101"/>
          <a:sy d="100" n="101"/>
        </p:scale>
        <p:origin x="1424" y="200"/>
      </p:cViewPr>
      <p:guideLst>
        <p:guide orient="horz" pos="2160"/>
        <p:guide pos="2880"/>
      </p:guideLst>
    </p:cSldViewPr>
  </p:slid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 standalone="yes"?>
<Relationships xmlns="http://schemas.openxmlformats.org/package/2006/relationships">
  <Relationship Id="rId1" Target="slideMasters/slideMaster1.xml" Type="http://schemas.openxmlformats.org/officeDocument/2006/relationships/slideMaster"/>
  <Relationship Id="rId2" Target="presProps.xml" Type="http://schemas.openxmlformats.org/officeDocument/2006/relationships/presProps"/>
  <Relationship Id="rId3" Target="viewProps.xml" Type="http://schemas.openxmlformats.org/officeDocument/2006/relationships/viewProps"/>
  <Relationship Id="rId4" Target="theme/theme1.xml" Type="http://schemas.openxmlformats.org/officeDocument/2006/relationships/theme"/>
  <Relationship Id="rId5" Target="tableStyles.xml" Type="http://schemas.openxmlformats.org/officeDocument/2006/relationships/tableStyles"/>
  
    
    <Relationship Id="rId6" Target="slides/slide1.xml" Type="http://schemas.openxmlformats.org/officeDocument/2006/relationships/slide"/>
  
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p="http://schemas.openxmlformats.org/presentationml/2006/main" xmlns:r="http://schemas.openxmlformats.org/officeDocument/2006/relationships" preserve="1" type="title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algn="ctr" indent="0" marL="0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algn="ctr" indent="0" marL="457200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algn="ctr" indent="0" marL="914400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algn="ctr" indent="0" marL="1371600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algn="ctr" indent="0" marL="1828800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algn="ctr" indent="0" marL="2286000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algn="ctr" indent="0" marL="2743200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algn="ctr" indent="0" marL="3200400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algn="ctr" indent="0" marL="3657600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idx="10" sz="half" type="dt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7/14/15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11" sz="quarter" type="ftr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12" sz="quarter" type="sldNum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p="http://schemas.openxmlformats.org/presentationml/2006/main" xmlns:r="http://schemas.openxmlformats.org/officeDocument/2006/relationships" preserve="1" type="obj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idx="10" sz="half" type="dt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7/14/15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11" sz="quarter" type="ftr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12" sz="quarter" type="sldNum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7/14/15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7/14/15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7/14/15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7/14/15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7/14/15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7/14/15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7/14/15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7/14/15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7/14/15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 smtClean="0"/>
              <a:pPr/>
              <a:t>7/14/15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914400" eaLnBrk="1" hangingPunct="1" latinLnBrk="0" rtl="0">
        <a:spcBef>
          <a:spcPct val="0"/>
        </a:spcBef>
        <a:buNone/>
        <a:defRPr kern="1200" sz="44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algn="l" defTabSz="914400" eaLnBrk="1" hangingPunct="1" indent="-342900" latinLnBrk="0" marL="342900" rtl="0">
        <a:spcBef>
          <a:spcPct val="20000"/>
        </a:spcBef>
        <a:buFont charset="0" pitchFamily="34" typeface="Arial"/>
        <a:buChar char="•"/>
        <a:defRPr kern="1200" sz="3200">
          <a:solidFill>
            <a:schemeClr val="tx1"/>
          </a:solidFill>
          <a:latin typeface="+mn-lt"/>
          <a:ea typeface="+mn-ea"/>
          <a:cs typeface="+mn-cs"/>
        </a:defRPr>
      </a:lvl1pPr>
      <a:lvl2pPr algn="l" defTabSz="914400" eaLnBrk="1" hangingPunct="1" indent="-285750" latinLnBrk="0" marL="742950" rtl="0">
        <a:spcBef>
          <a:spcPct val="20000"/>
        </a:spcBef>
        <a:buFont charset="0" pitchFamily="34" typeface="Arial"/>
        <a:buChar char="–"/>
        <a:defRPr kern="1200" sz="2800">
          <a:solidFill>
            <a:schemeClr val="tx1"/>
          </a:solidFill>
          <a:latin typeface="+mn-lt"/>
          <a:ea typeface="+mn-ea"/>
          <a:cs typeface="+mn-cs"/>
        </a:defRPr>
      </a:lvl2pPr>
      <a:lvl3pPr algn="l" defTabSz="914400" eaLnBrk="1" hangingPunct="1" indent="-228600" latinLnBrk="0" marL="1143000" rtl="0">
        <a:spcBef>
          <a:spcPct val="20000"/>
        </a:spcBef>
        <a:buFont charset="0" pitchFamily="34" typeface="Arial"/>
        <a:buChar char="•"/>
        <a:defRPr kern="1200" sz="2400">
          <a:solidFill>
            <a:schemeClr val="tx1"/>
          </a:solidFill>
          <a:latin typeface="+mn-lt"/>
          <a:ea typeface="+mn-ea"/>
          <a:cs typeface="+mn-cs"/>
        </a:defRPr>
      </a:lvl3pPr>
      <a:lvl4pPr algn="l" defTabSz="914400" eaLnBrk="1" hangingPunct="1" indent="-228600" latinLnBrk="0" marL="1600200" rtl="0">
        <a:spcBef>
          <a:spcPct val="20000"/>
        </a:spcBef>
        <a:buFont charset="0" pitchFamily="34" typeface="Arial"/>
        <a:buChar char="–"/>
        <a:defRPr kern="1200" sz="2000">
          <a:solidFill>
            <a:schemeClr val="tx1"/>
          </a:solidFill>
          <a:latin typeface="+mn-lt"/>
          <a:ea typeface="+mn-ea"/>
          <a:cs typeface="+mn-cs"/>
        </a:defRPr>
      </a:lvl4pPr>
      <a:lvl5pPr algn="l" defTabSz="914400" eaLnBrk="1" hangingPunct="1" indent="-228600" latinLnBrk="0" marL="2057400" rtl="0">
        <a:spcBef>
          <a:spcPct val="20000"/>
        </a:spcBef>
        <a:buFont charset="0" pitchFamily="34" typeface="Arial"/>
        <a:buChar char="»"/>
        <a:defRPr kern="1200" sz="2000">
          <a:solidFill>
            <a:schemeClr val="tx1"/>
          </a:solidFill>
          <a:latin typeface="+mn-lt"/>
          <a:ea typeface="+mn-ea"/>
          <a:cs typeface="+mn-cs"/>
        </a:defRPr>
      </a:lvl5pPr>
      <a:lvl6pPr algn="l" defTabSz="914400" eaLnBrk="1" hangingPunct="1" indent="-228600" latinLnBrk="0" marL="2514600" rtl="0">
        <a:spcBef>
          <a:spcPct val="20000"/>
        </a:spcBef>
        <a:buFont charset="0" pitchFamily="34" typeface="Arial"/>
        <a:buChar char="•"/>
        <a:defRPr kern="1200" sz="2000">
          <a:solidFill>
            <a:schemeClr val="tx1"/>
          </a:solidFill>
          <a:latin typeface="+mn-lt"/>
          <a:ea typeface="+mn-ea"/>
          <a:cs typeface="+mn-cs"/>
        </a:defRPr>
      </a:lvl6pPr>
      <a:lvl7pPr algn="l" defTabSz="914400" eaLnBrk="1" hangingPunct="1" indent="-228600" latinLnBrk="0" marL="2971800" rtl="0">
        <a:spcBef>
          <a:spcPct val="20000"/>
        </a:spcBef>
        <a:buFont charset="0" pitchFamily="34" typeface="Arial"/>
        <a:buChar char="•"/>
        <a:defRPr kern="1200" sz="2000">
          <a:solidFill>
            <a:schemeClr val="tx1"/>
          </a:solidFill>
          <a:latin typeface="+mn-lt"/>
          <a:ea typeface="+mn-ea"/>
          <a:cs typeface="+mn-cs"/>
        </a:defRPr>
      </a:lvl7pPr>
      <a:lvl8pPr algn="l" defTabSz="914400" eaLnBrk="1" hangingPunct="1" indent="-228600" latinLnBrk="0" marL="3429000" rtl="0">
        <a:spcBef>
          <a:spcPct val="20000"/>
        </a:spcBef>
        <a:buFont charset="0" pitchFamily="34" typeface="Arial"/>
        <a:buChar char="•"/>
        <a:defRPr kern="1200" sz="2000">
          <a:solidFill>
            <a:schemeClr val="tx1"/>
          </a:solidFill>
          <a:latin typeface="+mn-lt"/>
          <a:ea typeface="+mn-ea"/>
          <a:cs typeface="+mn-cs"/>
        </a:defRPr>
      </a:lvl8pPr>
      <a:lvl9pPr algn="l" defTabSz="914400" eaLnBrk="1" hangingPunct="1" indent="-228600" latinLnBrk="0" marL="3886200" rtl="0">
        <a:spcBef>
          <a:spcPct val="20000"/>
        </a:spcBef>
        <a:buFont charset="0" pitchFamily="34" typeface="Arial"/>
        <a:buChar char="•"/>
        <a:defRPr kern="1200" sz="20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914400" eaLnBrk="1" hangingPunct="1" latinLnBrk="0" marL="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1pPr>
      <a:lvl2pPr algn="l" defTabSz="914400" eaLnBrk="1" hangingPunct="1" latinLnBrk="0" marL="4572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2pPr>
      <a:lvl3pPr algn="l" defTabSz="914400" eaLnBrk="1" hangingPunct="1" latinLnBrk="0" marL="9144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914400" eaLnBrk="1" hangingPunct="1" latinLnBrk="0" marL="13716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4pPr>
      <a:lvl5pPr algn="l" defTabSz="914400" eaLnBrk="1" hangingPunct="1" latinLnBrk="0" marL="18288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5pPr>
      <a:lvl6pPr algn="l" defTabSz="914400" eaLnBrk="1" hangingPunct="1" latinLnBrk="0" marL="22860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6pPr>
      <a:lvl7pPr algn="l" defTabSz="914400" eaLnBrk="1" hangingPunct="1" latinLnBrk="0" marL="27432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7pPr>
      <a:lvl8pPr algn="l" defTabSz="914400" eaLnBrk="1" hangingPunct="1" latinLnBrk="0" marL="32004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8pPr>
      <a:lvl9pPr algn="l" defTabSz="914400" eaLnBrk="1" hangingPunct="1" latinLnBrk="0" marL="36576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<Relationships xmlns="http://schemas.openxmlformats.org/package/2006/relationships">
  <Relationship Id="rId1" Target="../slideLayouts/slideLayout2.xml" Type="http://schemas.openxmlformats.org/officeDocument/2006/relationships/slideLayout"/>
  <Relationship Id="rId2" Target="../media/dashboard_29544.png" Type="http://schemas.openxmlformats.org/officeDocument/2006/relationships/image"/>
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dirty="0" lang="en-US" smtClean="0"/>
              <a:t>Dashboard: Lowest</a:t>
            </a:r>
            <a:endParaRPr dirty="0" lang="en-US"/>
          </a:p>
        </p:txBody>
      </p:sp>
      <p:pic>
        <p:nvPicPr>
          <p:cNvPr id="4" name="Content Placeholder 3"/>
          <p:cNvPicPr>
            <a:picLocks noChangeAspect="1" noGrp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79500" y="1524000"/>
            <a:ext cx="6985000" cy="49383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474098577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43</Words>
  <Application>Microsoft Macintosh PowerPoint</Application>
  <PresentationFormat>On-screen Show (4:3)</PresentationFormat>
  <Paragraphs>15</Paragraphs>
  <Slides>1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</vt:i4>
      </vt:variant>
    </vt:vector>
  </HeadingPairs>
  <TitlesOfParts>
    <vt:vector size="4" baseType="lpstr">
      <vt:lpstr>Arial</vt:lpstr>
      <vt:lpstr>Calibri</vt:lpstr>
      <vt:lpstr>Office Theme</vt:lpstr>
      <vt:lpstr>Dashboard: Lowest</vt:lpstr>
    </vt:vector>
  </TitlesOfParts>
  <Company/>
  <LinksUpToDate>false</LinksUpToDate>
  <SharedDoc>false</SharedDoc>
  <HyperlinksChanged>false</HyperlinksChanged>
  <AppVersion>15.0000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>Powerpoint</dc:title>
  <cp:lastModifiedBy>Nobody</cp:lastModifiedBy>
  <cp:revision>1</cp:revision>
  <dcterms:modified xsi:type="dcterms:W3CDTF">2015-07-15T00:51:18Z</dcterms:modified>
</cp:coreProperties>
</file>