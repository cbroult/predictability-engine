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2026-05-15 20:52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13</a:t>
            </a:r>
          </a:p>
          <a:p>
            <a:r>
              <a:rPr dirty="0" lang="en-US" smtClean="0"/>
              <a:t>Completed Items: 10</a:t>
            </a:r>
          </a:p>
          <a:p>
            <a:r>
              <a:rPr dirty="0" lang="en-US" smtClean="0"/>
              <a:t>Average Throughput: 0.09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Task: 5</a:t>
            </a:r>
          </a:p>
          <a:p>
            <a:r>
              <a:rPr dirty="0" lang="en-US" smtClean="0"/>
              <a:t>Improvement: 3</a:t>
            </a:r>
          </a:p>
          <a:p>
            <a:r>
              <a:rPr dirty="0" lang="en-US" smtClean="0"/>
              <a:t>Story: 1</a:t>
            </a:r>
          </a:p>
          <a:p>
            <a:r>
              <a:rPr dirty="0" lang="en-US" smtClean="0"/>
              <a:t>Bug: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54.7 days</a:t>
            </a:r>
          </a:p>
          <a:p>
            <a:r>
              <a:rPr dirty="0" lang="en-US" smtClean="0"/>
              <a:t>Oldest Item Age: 67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13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