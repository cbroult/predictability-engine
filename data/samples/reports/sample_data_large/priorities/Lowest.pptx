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</Types>
</file>

<file path=_rels/.rels><?xml version="1.0" encoding="UTF-8" standalone="yes"?>
<Relationships xmlns="http://schemas.openxmlformats.org/package/2006/relationships">
  <Relationship Id="rId1" Target="ppt/presentation.xml" Type="http://schemas.openxmlformats.org/officeDocument/2006/relationships/officeDocument"/>
  <Relationship Id="rId2" Target="docProps/core.xml" Type="http://schemas.openxmlformats.org/package/2006/relationships/metadata/core-properties"/>
  <Relationship Id="rId3" Target="docProps/app.xml" Type="http://schemas.openxmlformats.org/officeDocument/2006/relationships/extended-properties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</p:sldIdLst>
  <p:sldSz cx="9144000" cy="6858000" type="screen4x3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08"/>
    <p:restoredTop sz="94631"/>
  </p:normalViewPr>
  <p:slideViewPr>
    <p:cSldViewPr>
      <p:cViewPr varScale="1">
        <p:scale>
          <a:sx d="100" n="101"/>
          <a:sy d="100" n="101"/>
        </p:scale>
        <p:origin x="1424" y="200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
  <Relationship Id="rId1" Target="slideMasters/slideMaster1.xml" Type="http://schemas.openxmlformats.org/officeDocument/2006/relationships/slideMaster"/>
  <Relationship Id="rId2" Target="presProps.xml" Type="http://schemas.openxmlformats.org/officeDocument/2006/relationships/presProps"/>
  <Relationship Id="rId3" Target="viewProps.xml" Type="http://schemas.openxmlformats.org/officeDocument/2006/relationships/viewProps"/>
  <Relationship Id="rId4" Target="theme/theme1.xml" Type="http://schemas.openxmlformats.org/officeDocument/2006/relationships/theme"/>
  <Relationship Id="rId5" Target="tableStyles.xml" Type="http://schemas.openxmlformats.org/officeDocument/2006/relationships/tableStyles"/>
  
    
    <Relationship Id="rId6" Target="slides/slide1.xml" Type="http://schemas.openxmlformats.org/officeDocument/2006/relationships/slide"/>
  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eaLnBrk="1" hangingPunct="1" latinLnBrk="0" rtl="0"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charset="0" pitchFamily="34" typeface="Arial"/>
        <a:buChar char="•"/>
        <a:defRPr kern="1200" sz="3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charset="0" pitchFamily="34" typeface="Arial"/>
        <a:buChar char="–"/>
        <a:defRPr kern="1200" sz="2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charset="0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charset="0" pitchFamily="34"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charset="0" pitchFamily="34" typeface="Arial"/>
        <a:buChar char="»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ashboard_29520.png" Type="http://schemas.openxmlformats.org/officeDocument/2006/relationships/image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>Dashboard: Lowest</a:t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0" y="1524000"/>
            <a:ext cx="6985000" cy="49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Macintosh PowerPoint</Application>
  <PresentationFormat>On-screen Show (4:3)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Dashboard: Lowest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</dc:title>
  <cp:lastModifiedBy>Nobody</cp:lastModifiedBy>
  <cp:revision>1</cp:revision>
  <dcterms:modified xsi:type="dcterms:W3CDTF">2015-07-15T00:51:18Z</dcterms:modified>
</cp:coreProperties>
</file>