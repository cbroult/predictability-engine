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91</a:t>
            </a:r>
          </a:p>
          <a:p>
            <a:r>
              <a:rPr dirty="0" lang="en-US" smtClean="0"/>
              <a:t>Completed Items: 68</a:t>
            </a:r>
          </a:p>
          <a:p>
            <a:r>
              <a:rPr dirty="0" lang="en-US" smtClean="0"/>
              <a:t>Average Throughput: 0.45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Story: 20</a:t>
            </a:r>
          </a:p>
          <a:p>
            <a:r>
              <a:rPr dirty="0" lang="en-US" smtClean="0"/>
              <a:t>Improvement: 18</a:t>
            </a:r>
          </a:p>
          <a:p>
            <a:r>
              <a:rPr dirty="0" lang="en-US" smtClean="0"/>
              <a:t>Bug: 16</a:t>
            </a:r>
          </a:p>
          <a:p>
            <a:r>
              <a:rPr dirty="0" lang="en-US" smtClean="0"/>
              <a:t>Task: 14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23 items</a:t>
            </a:r>
          </a:p>
          <a:p>
            <a:r>
              <a:rPr dirty="0" lang="en-US" smtClean="0"/>
              <a:t>Average WIP Age: 60.2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12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Medium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